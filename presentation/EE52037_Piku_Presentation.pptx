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[Title · 0:00 · ~8s]</a:t>
            </a:r>
          </a:p>
          <a:p/>
          <a:p>
            <a:r>
              <a:t>I'm Ronald Piku. This project asks why EIT touch classifiers that work in</a:t>
            </a:r>
          </a:p>
          <a:p>
            <a:r>
              <a:t>simulation fail on real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problem · 0:08 · ~45s]</a:t>
            </a:r>
          </a:p>
          <a:p/>
          <a:p>
            <a:r>
              <a:t>Around fifty-eight million people live with limb loss, and more than a third</a:t>
            </a:r>
          </a:p>
          <a:p>
            <a:r>
              <a:t>abandon a powered prosthetic hand. The most cited reason is that it gives</a:t>
            </a:r>
          </a:p>
          <a:p>
            <a:r>
              <a:t>nothing back. You cannot feel whether you're holding an egg or crushing it.</a:t>
            </a:r>
          </a:p>
          <a:p/>
          <a:p>
            <a:r>
              <a:t>The sensing approach here is Electrical Impedance Tomography. Take a sheet of</a:t>
            </a:r>
          </a:p>
          <a:p>
            <a:r>
              <a:t>soft conductive material, put sixteen electrodes round the edge, pass a small</a:t>
            </a:r>
          </a:p>
          <a:p>
            <a:r>
              <a:t>current across it and measure the voltages. Where somebody presses, the</a:t>
            </a:r>
          </a:p>
          <a:p>
            <a:r>
              <a:t>resistance changes and the voltages shift. One sheet, no wiring through the</a:t>
            </a:r>
          </a:p>
          <a:p>
            <a:r>
              <a:t>sensing surface, which is what makes it attractive for a prosthetic.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[Where the field is · 0:53 · ~48s]</a:t>
            </a:r>
          </a:p>
          <a:p/>
          <a:p>
            <a:r>
              <a:t>Published EIT touch classifiers report ninety-eight or ninety-nine per cent</a:t>
            </a:r>
          </a:p>
          <a:p>
            <a:r>
              <a:t>accuracy, almost all trained on simulated measurements, because labelled real</a:t>
            </a:r>
          </a:p>
          <a:p>
            <a:r>
              <a:t>data is slow and expensive.</a:t>
            </a:r>
          </a:p>
          <a:p/>
          <a:p>
            <a:r>
              <a:t>But a simulator gives you a perfect measurement and hardware does not. Four</a:t>
            </a:r>
          </a:p>
          <a:p>
            <a:r>
              <a:t>things get added. Thermal noise in the amplifiers. Contact impedance, which</a:t>
            </a:r>
          </a:p>
          <a:p>
            <a:r>
              <a:t>differs electrode to electrode. Errors in where the electrodes physically sit.</a:t>
            </a:r>
          </a:p>
          <a:p>
            <a:r>
              <a:t>And quantisation, from the converter.</a:t>
            </a:r>
          </a:p>
          <a:p/>
          <a:p>
            <a:r>
              <a:t>When prior work adds noise at all, it adds Gaussian noise — the easy one. My</a:t>
            </a:r>
          </a:p>
          <a:p>
            <a:r>
              <a:t>question was whether that's enough, and if not, which of the four actually</a:t>
            </a:r>
          </a:p>
          <a:p>
            <a:r>
              <a:t>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gap, made visible · 1:41 · ~42s]</a:t>
            </a:r>
          </a:p>
          <a:p/>
          <a:p>
            <a:r>
              <a:t>Here's the problem before any machine learning. On the left, five touches</a:t>
            </a:r>
          </a:p>
          <a:p>
            <a:r>
              <a:t>reconstructed from clean simulated measurements. You can see where the finger is</a:t>
            </a:r>
          </a:p>
          <a:p>
            <a:r>
              <a:t>in each one.</a:t>
            </a:r>
          </a:p>
          <a:p/>
          <a:p>
            <a:r>
              <a:t>On the right, the same five with the noise switched on. The contact has gone.</a:t>
            </a:r>
          </a:p>
          <a:p>
            <a:r>
              <a:t>And what replaced it isn't random speckle — it has structure, those quadrant</a:t>
            </a:r>
          </a:p>
          <a:p>
            <a:r>
              <a:t>seams, because the dominant error attaches to individual electrodes, and each</a:t>
            </a:r>
          </a:p>
          <a:p>
            <a:r>
              <a:t>electrode feeds a whole block of measurements. That structure matters, and I'll</a:t>
            </a:r>
          </a:p>
          <a:p>
            <a:r>
              <a:t>come back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[Result 1 · 2:23 · ~38s]</a:t>
            </a:r>
          </a:p>
          <a:p/>
          <a:p>
            <a:r>
              <a:t>I generated twenty-five thousand simulated touches and trained four classifiers</a:t>
            </a:r>
          </a:p>
          <a:p>
            <a:r>
              <a:t>on clean data. On clean test data the network reaches ninety-four per cent — the published</a:t>
            </a:r>
          </a:p>
          <a:p>
            <a:r>
              <a:t>result reproduces. Show it realistic measurements and it falls to twenty, which</a:t>
            </a:r>
          </a:p>
          <a:p>
            <a:r>
              <a:t>with five classes is exactly guessing. It hasn't degraded; it has stopped</a:t>
            </a:r>
          </a:p>
          <a:p>
            <a:r>
              <a:t>working.</a:t>
            </a:r>
          </a:p>
          <a:p/>
          <a:p>
            <a:r>
              <a:t>That held for all four classifiers and all three feature representations, so</a:t>
            </a:r>
          </a:p>
          <a:p>
            <a:r>
              <a:t>it's not fixed by a bigger model. Train on realistic noise instead and you</a:t>
            </a:r>
          </a:p>
          <a:p>
            <a:r>
              <a:t>recover seventy-six per 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[Result 2, the main contribution · 3:01 · ~65s]</a:t>
            </a:r>
          </a:p>
          <a:p/>
          <a:p>
            <a:r>
              <a:t>Now the main contribution, which began as my own mistake.</a:t>
            </a:r>
          </a:p>
          <a:p/>
          <a:p>
            <a:r>
              <a:t>To find which noise sources matter, you remove them one at a time. The question</a:t>
            </a:r>
          </a:p>
          <a:p>
            <a:r>
              <a:t>is what you then test against. The intuitive choice — the one I made first, and</a:t>
            </a:r>
          </a:p>
          <a:p>
            <a:r>
              <a:t>the one the literature uses — is to test each model on the same noise it was</a:t>
            </a:r>
          </a:p>
          <a:p>
            <a:r>
              <a:t>trained with. That's the blue bars. Read them and you'd conclude Gaussian noise</a:t>
            </a:r>
          </a:p>
          <a:p>
            <a:r>
              <a:t>is harmless at ninety-seven per cent, and electrode placement is the worst thing</a:t>
            </a:r>
          </a:p>
          <a:p>
            <a:r>
              <a:t>on the list.</a:t>
            </a:r>
          </a:p>
          <a:p/>
          <a:p>
            <a:r>
              <a:t>The orange bars test those same models against the full corruption a real device</a:t>
            </a:r>
          </a:p>
          <a:p>
            <a:r>
              <a:t>produces. The ranking inverts. Gaussian-only drops to chance. The electrode-bias</a:t>
            </a:r>
          </a:p>
          <a:p>
            <a:r>
              <a:t>model is the only one that survives.</a:t>
            </a:r>
          </a:p>
          <a:p/>
          <a:p>
            <a:r>
              <a:t>Blue is measuring the difficulty of an artificial world containing one problem.</a:t>
            </a:r>
          </a:p>
          <a:p>
            <a:r>
              <a:t>It rewards a model for defining an easier test for itself. Had I reported only</a:t>
            </a:r>
          </a:p>
          <a:p>
            <a:r>
              <a:t>that column, every piece of design guidance in my dissertation would have been</a:t>
            </a:r>
          </a:p>
          <a:p>
            <a:r>
              <a:t>backwards.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[Result 3 · 4:06 · ~52s]</a:t>
            </a:r>
          </a:p>
          <a:p/>
          <a:p>
            <a:r>
              <a:t>Using the correct protocol, two of the four components carry everything.</a:t>
            </a:r>
          </a:p>
          <a:p>
            <a:r>
              <a:t>Electrode bias plus Gaussian noise reaches seventy-six and a half — level with</a:t>
            </a:r>
          </a:p>
          <a:p>
            <a:r>
              <a:t>the full four-component model. So the noise model halves.</a:t>
            </a:r>
          </a:p>
          <a:p/>
          <a:p>
            <a:r>
              <a:t>But I was suspicious of *why* Gaussian noise was needed, because the no-contact</a:t>
            </a:r>
          </a:p>
          <a:p>
            <a:r>
              <a:t>class in simulation is an exact vector of zeros. It's degenerate. So I removed</a:t>
            </a:r>
          </a:p>
          <a:p>
            <a:r>
              <a:t>that class and re-ran on the four real touches. Electrode bias alone then</a:t>
            </a:r>
          </a:p>
          <a:p>
            <a:r>
              <a:t>matches the full model, and adding Gaussian changes nothing.</a:t>
            </a:r>
          </a:p>
          <a:p/>
          <a:p>
            <a:r>
              <a:t>So Gaussian noise was never providing robustness. It was making a class that's</a:t>
            </a:r>
          </a:p>
          <a:p>
            <a:r>
              <a:t>perfectly zero in training recognisable when it arrives noisy. One component to</a:t>
            </a:r>
          </a:p>
          <a:p>
            <a:r>
              <a:t>discriminate between touches, a noise floor to detect touch at all. That's</a:t>
            </a:r>
          </a:p>
          <a:p>
            <a:r>
              <a:t>sharper than my original claim, and less flattering.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[Testing my own work · 4:58 · ~57s]</a:t>
            </a:r>
          </a:p>
          <a:p/>
          <a:p>
            <a:r>
              <a:t>Two things in that argument were assumptions rather than evidence, so I tested</a:t>
            </a:r>
          </a:p>
          <a:p>
            <a:r>
              <a:t>them.</a:t>
            </a:r>
          </a:p>
          <a:p/>
          <a:p>
            <a:r>
              <a:t>First, I claimed the network wins by exploiting the block structure. That was an</a:t>
            </a:r>
          </a:p>
          <a:p>
            <a:r>
              <a:t>inference about my own model. So I shuffled the measurement order — identical</a:t>
            </a:r>
          </a:p>
          <a:p>
            <a:r>
              <a:t>information, adjacency destroyed. The network loses thirty points. The other</a:t>
            </a:r>
          </a:p>
          <a:p>
            <a:r>
              <a:t>three don't move, and the support vector machine is identical to the decimal</a:t>
            </a:r>
          </a:p>
          <a:p>
            <a:r>
              <a:t>place, which confirms no information was lost. Demonstrated, not asserted.</a:t>
            </a:r>
          </a:p>
          <a:p/>
          <a:p>
            <a:r>
              <a:t>Second, and less comfortably: two of the papers I cite show this kind of</a:t>
            </a:r>
          </a:p>
          <a:p>
            <a:r>
              <a:t>electrode error largely cancels when you subtract a reference frame, which is</a:t>
            </a:r>
          </a:p>
          <a:p>
            <a:r>
              <a:t>what my pipeline does. If that held here, my central result would be inflated.</a:t>
            </a:r>
          </a:p>
          <a:p>
            <a:r>
              <a:t>So I made the cancelling fraction a parameter and swept it. It holds until</a:t>
            </a:r>
          </a:p>
          <a:p>
            <a:r>
              <a:t>cancellation is essentially perfect — which is the condition those same papers</a:t>
            </a:r>
          </a:p>
          <a:p>
            <a:r>
              <a:t>say fails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[Limitations · 5:55 · ~40s]</a:t>
            </a:r>
          </a:p>
          <a:p/>
          <a:p>
            <a:r>
              <a:t>On the boundaries. I can claim which noise sources matter and why, that the</a:t>
            </a:r>
          </a:p>
          <a:p>
            <a:r>
              <a:t>conventional protocol inverts that answer, a tested mechanism for the</a:t>
            </a:r>
          </a:p>
          <a:p>
            <a:r>
              <a:t>architecture result, and a pipeline anyone can rerun.</a:t>
            </a:r>
          </a:p>
          <a:p/>
          <a:p>
            <a:r>
              <a:t>I cannot claim any of it survives hardware. Every number is simulated. My</a:t>
            </a:r>
          </a:p>
          <a:p>
            <a:r>
              <a:t>electrode bias is independent per electrode; on a stretched sheet it would be</a:t>
            </a:r>
          </a:p>
          <a:p>
            <a:r>
              <a:t>correlated, and measuring that covariance is the first experiment I'd run. And</a:t>
            </a:r>
          </a:p>
          <a:p>
            <a:r>
              <a:t>seventy-six per cent isn't deployable — detecting that contact happened is</a:t>
            </a:r>
          </a:p>
          <a:p>
            <a:r>
              <a:t>reliable, saying which touch it was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 · 6:35 · ~15s]</a:t>
            </a:r>
          </a:p>
          <a:p/>
          <a:p>
            <a:r>
              <a:t>Noise-aware training closes most of the gap, but only if you test against the</a:t>
            </a:r>
          </a:p>
          <a:p>
            <a:r>
              <a:t>world the device will actually meet. The conventional alternative gives you the</a:t>
            </a:r>
          </a:p>
          <a:p>
            <a:r>
              <a:t>opposite answer, confidently.</a:t>
            </a:r>
          </a:p>
          <a:p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MSc Artificial Intelligence in Engineering and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241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Towards Simulation-to-Reality Transfer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in EIT Tactile Sensing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05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5A5A5A"/>
                </a:solidFill>
                <a:latin typeface="Calibri"/>
              </a:rPr>
              <a:t>A noise-augmented deep learning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1663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Ronald Piku       Supervisor: Prof. Manuchehr Soleimani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Department of Electronic and Electrical Engineering, University of Bath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Prosthetic hands can grip. They cannot feel.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57.7 million people live with limb loss.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More than a third abandon myoelectric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prostheses — the absence of touch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is a leading reason.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Without feedback, the user cannot tell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a firm grip from a crushing one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without looking at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48840"/>
            <a:ext cx="51206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Electrical Impedance Tomography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turns a whole sheet of soft material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into one continuous touch sensor.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16 electrodes around the rim.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Inject a small current, measure the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voltages, infer where the pressure is.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No wires threaded through the skin.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WHERE THE FIELD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Training data is simulated — and simulation is too clean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Published EIT touch classifiers report 98–99% accuracy. Almost all are trained on simulated measurements, because labelled real data is expensive.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Real hardware adds four things the simulator does not: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7033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Thermal noise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70332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in the amplifiers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702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Contact impedance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270248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varies electrode to electrode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37176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Electrode 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4837176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is never exactly where the model assumes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404104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Quantisation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404104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from the analogue-to-digital converter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53328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Prior work augments with one of them — Gaussian noise — if any.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THE GAP, MADE VISIBLE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This is what realistic noise does to the signal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659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Clean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19659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EB6834"/>
                </a:solidFill>
                <a:latin typeface="Calibri"/>
              </a:rPr>
              <a:t>With realistic noise</a:t>
            </a:r>
          </a:p>
        </p:txBody>
      </p:sp>
      <p:pic>
        <p:nvPicPr>
          <p:cNvPr id="7" name="Picture 6" descr="random_reconstructed_class_images_clean.png"/>
          <p:cNvPicPr>
            <a:picLocks noChangeAspect="1"/>
          </p:cNvPicPr>
          <p:nvPr/>
        </p:nvPicPr>
        <p:blipFill>
          <a:blip r:embed="rId2"/>
          <a:srcRect t="6000"/>
          <a:stretch>
            <a:fillRect/>
          </a:stretch>
        </p:blipFill>
        <p:spPr>
          <a:xfrm>
            <a:off x="822960" y="2423160"/>
            <a:ext cx="5029200" cy="3029205"/>
          </a:xfrm>
          <a:prstGeom prst="rect">
            <a:avLst/>
          </a:prstGeom>
        </p:spPr>
      </p:pic>
      <p:pic>
        <p:nvPicPr>
          <p:cNvPr id="8" name="Picture 7" descr="random_reconstructed_class_images_noisy.png"/>
          <p:cNvPicPr>
            <a:picLocks noChangeAspect="1"/>
          </p:cNvPicPr>
          <p:nvPr/>
        </p:nvPicPr>
        <p:blipFill>
          <a:blip r:embed="rId3"/>
          <a:srcRect t="6000"/>
          <a:stretch>
            <a:fillRect/>
          </a:stretch>
        </p:blipFill>
        <p:spPr>
          <a:xfrm>
            <a:off x="6309360" y="2423160"/>
            <a:ext cx="5029200" cy="30292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9436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Same five touches. The contact is plainly visible on the left and gone on the right.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RESULT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Every model I tried collapsed to guessing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965960"/>
            <a:ext cx="95097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89788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Four architectures, three feature representations, same collapse. It is not a capacity problem — it is a distribution problem.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RESULT 2 — THE MAIN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How you test an ablation decides what it tells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_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74519"/>
            <a:ext cx="95097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85216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Blue is the conventional protocol and it is misleading: it rewards a model for defining an easier world, not for surviving a real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RESULT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Two components are enough — and they do different jobs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Electrode bias + Gaussian noise reaches 76.5% — level with the full four-component model. Contact impedance and quantisation add nothing measurable.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200400"/>
            <a:ext cx="10607040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456432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EB6834"/>
                </a:solidFill>
                <a:latin typeface="Calibri"/>
              </a:rPr>
              <a:t>But that result decomposes further — and it qualified my own headline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'no contact' class is an exact zero vector in simulation. Remove it, and electrode bias alone matches the full model (70.5% vs 69.8%).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Gaussian noise was never conferring robustness. It was making one degenerate class detectable.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Calibri"/>
              </a:rPr>
              <a:t>One component to tell touches apart. A noise floor to notice touch at 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TESTING MY OWN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Two assumptions I did not want to take on trust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Is it really the structure?</a:t>
            </a:r>
          </a:p>
        </p:txBody>
      </p:sp>
      <p:pic>
        <p:nvPicPr>
          <p:cNvPr id="6" name="Picture 5" descr="p_perm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23160"/>
            <a:ext cx="5120640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96596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Does differencing cancel it?</a:t>
            </a:r>
          </a:p>
        </p:txBody>
      </p:sp>
      <p:pic>
        <p:nvPicPr>
          <p:cNvPr id="8" name="Picture 7" descr="p_r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423160"/>
            <a:ext cx="5120640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25780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Shuffle the measurement order — same information, no adjacency. Only the CNN suffers. The mechanism is confirmed, not assumed.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525780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Two of my own sources say static electrode error cancels. Sweeping that fraction: the result holds until cancellation is near-total.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What this is, and what it is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Calibri"/>
              </a:rPr>
              <a:t>What I can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49377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Which noise sources a training model needs, and why.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That the conventional ablation protocol inverts that answer.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A mechanism for the architecture result, tested rather than assumed.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An open, reproducible pipeline.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48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EB6834"/>
                </a:solidFill>
                <a:latin typeface="Calibri"/>
              </a:rPr>
              <a:t>What I cannot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69748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5A5A5A"/>
                </a:solidFill>
                <a:latin typeface="Calibri"/>
              </a:rPr>
              <a:t>Every number here is from simulation. There is no hardware validation.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5A5A5A"/>
                </a:solidFill>
                <a:latin typeface="Calibri"/>
              </a:rPr>
              <a:t>Electrode bias is assumed independent per electrode; a stretched sheet would correlate it.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5A5A5A"/>
                </a:solidFill>
                <a:latin typeface="Calibri"/>
              </a:rPr>
              <a:t>76% is not deployable. Detecting that contact happened is reliable; identifying which touch it was is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88036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Noise-aware training closes most of the simulation-to-reality gap 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but only if you test it against the world the device will actually meet.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2578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Thank you. I'm happy to take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